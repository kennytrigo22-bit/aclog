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11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706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e_1"/>
          <p:cNvSpPr/>
          <p:nvPr/>
        </p:nvSpPr>
        <p:spPr>
          <a:xfrm>
            <a:off x="0" y="0"/>
            <a:ext cx="10689336" cy="7576067"/>
          </a:xfrm>
          <a:prstGeom prst="rect">
            <a:avLst/>
          </a:prstGeom>
          <a:solidFill>
            <a:srgbClr val="144065"/>
          </a:solidFill>
          <a:ln w="12700">
            <a:solidFill>
              <a:srgbClr val="144065"/>
            </a:solidFill>
            <a:prstDash val="solid"/>
          </a:ln>
        </p:spPr>
      </p:sp>
      <p:sp>
        <p:nvSpPr>
          <p:cNvPr id="3" name="forme_2"/>
          <p:cNvSpPr/>
          <p:nvPr/>
        </p:nvSpPr>
        <p:spPr>
          <a:xfrm>
            <a:off x="258326" y="258326"/>
            <a:ext cx="10172685" cy="7059416"/>
          </a:xfrm>
          <a:prstGeom prst="rect">
            <a:avLst/>
          </a:prstGeom>
          <a:solidFill>
            <a:srgbClr val="FBF8EE"/>
          </a:solidFill>
          <a:ln w="12700">
            <a:solidFill>
              <a:srgbClr val="FBF8EE"/>
            </a:solidFill>
            <a:prstDash val="solid"/>
          </a:ln>
        </p:spPr>
      </p:sp>
      <p:sp>
        <p:nvSpPr>
          <p:cNvPr id="4" name="forme_3"/>
          <p:cNvSpPr/>
          <p:nvPr/>
        </p:nvSpPr>
        <p:spPr>
          <a:xfrm>
            <a:off x="276141" y="276141"/>
            <a:ext cx="10137054" cy="7023785"/>
          </a:xfrm>
          <a:prstGeom prst="rect">
            <a:avLst/>
          </a:prstGeom>
          <a:ln w="35631">
            <a:solidFill>
              <a:srgbClr val="C9A24A"/>
            </a:solidFill>
            <a:prstDash val="solid"/>
          </a:ln>
        </p:spPr>
      </p:sp>
      <p:sp>
        <p:nvSpPr>
          <p:cNvPr id="5" name="forme_4"/>
          <p:cNvSpPr/>
          <p:nvPr/>
        </p:nvSpPr>
        <p:spPr>
          <a:xfrm>
            <a:off x="378581" y="378581"/>
            <a:ext cx="9932175" cy="6818906"/>
          </a:xfrm>
          <a:prstGeom prst="rect">
            <a:avLst/>
          </a:prstGeom>
          <a:ln w="13362">
            <a:solidFill>
              <a:srgbClr val="144065"/>
            </a:solidFill>
            <a:prstDash val="solid"/>
          </a:ln>
        </p:spPr>
      </p:sp>
      <p:sp>
        <p:nvSpPr>
          <p:cNvPr id="6" name="forme_5"/>
          <p:cNvSpPr/>
          <p:nvPr/>
        </p:nvSpPr>
        <p:spPr>
          <a:xfrm>
            <a:off x="432027" y="432027"/>
            <a:ext cx="9825281" cy="6712012"/>
          </a:xfrm>
          <a:prstGeom prst="rect">
            <a:avLst/>
          </a:prstGeom>
          <a:ln w="8908">
            <a:solidFill>
              <a:srgbClr val="C9A24A"/>
            </a:solidFill>
            <a:prstDash val="solid"/>
          </a:ln>
        </p:spPr>
      </p:sp>
      <p:sp>
        <p:nvSpPr>
          <p:cNvPr id="7" name="forme_6"/>
          <p:cNvSpPr/>
          <p:nvPr/>
        </p:nvSpPr>
        <p:spPr>
          <a:xfrm>
            <a:off x="258326" y="258326"/>
            <a:ext cx="668084" cy="668084"/>
          </a:xfrm>
          <a:prstGeom prst="rect">
            <a:avLst/>
          </a:prstGeom>
          <a:solidFill>
            <a:srgbClr val="144065"/>
          </a:solidFill>
          <a:ln w="12700">
            <a:solidFill>
              <a:srgbClr val="144065"/>
            </a:solidFill>
            <a:prstDash val="solid"/>
          </a:ln>
        </p:spPr>
      </p:sp>
      <p:sp>
        <p:nvSpPr>
          <p:cNvPr id="8" name="forme_7"/>
          <p:cNvSpPr/>
          <p:nvPr/>
        </p:nvSpPr>
        <p:spPr>
          <a:xfrm>
            <a:off x="258326" y="258326"/>
            <a:ext cx="605729" cy="605729"/>
          </a:xfrm>
          <a:prstGeom prst="rect">
            <a:avLst/>
          </a:prstGeom>
          <a:ln w="17816">
            <a:solidFill>
              <a:srgbClr val="C9A24A"/>
            </a:solidFill>
            <a:prstDash val="solid"/>
          </a:ln>
        </p:spPr>
      </p:sp>
      <p:sp>
        <p:nvSpPr>
          <p:cNvPr id="9" name="forme_8"/>
          <p:cNvSpPr/>
          <p:nvPr/>
        </p:nvSpPr>
        <p:spPr>
          <a:xfrm>
            <a:off x="258326" y="258326"/>
            <a:ext cx="516651" cy="516651"/>
          </a:xfrm>
          <a:prstGeom prst="rect">
            <a:avLst/>
          </a:prstGeom>
          <a:solidFill>
            <a:srgbClr val="FBF8EE"/>
          </a:solidFill>
          <a:ln w="12700">
            <a:solidFill>
              <a:srgbClr val="FBF8EE"/>
            </a:solidFill>
            <a:prstDash val="solid"/>
          </a:ln>
        </p:spPr>
      </p:sp>
      <p:sp>
        <p:nvSpPr>
          <p:cNvPr id="10" name="forme_9"/>
          <p:cNvSpPr/>
          <p:nvPr/>
        </p:nvSpPr>
        <p:spPr>
          <a:xfrm>
            <a:off x="258326" y="258326"/>
            <a:ext cx="481020" cy="481020"/>
          </a:xfrm>
          <a:prstGeom prst="rect">
            <a:avLst/>
          </a:prstGeom>
          <a:ln w="13362">
            <a:solidFill>
              <a:srgbClr val="144065"/>
            </a:solidFill>
            <a:prstDash val="solid"/>
          </a:ln>
        </p:spPr>
      </p:sp>
      <p:sp>
        <p:nvSpPr>
          <p:cNvPr id="11" name="forme_10"/>
          <p:cNvSpPr/>
          <p:nvPr/>
        </p:nvSpPr>
        <p:spPr>
          <a:xfrm>
            <a:off x="258326" y="258326"/>
            <a:ext cx="374127" cy="374127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12" name="forme_11"/>
          <p:cNvSpPr/>
          <p:nvPr/>
        </p:nvSpPr>
        <p:spPr>
          <a:xfrm>
            <a:off x="258326" y="258326"/>
            <a:ext cx="311772" cy="311772"/>
          </a:xfrm>
          <a:prstGeom prst="rect">
            <a:avLst/>
          </a:prstGeom>
          <a:solidFill>
            <a:srgbClr val="144065"/>
          </a:solidFill>
          <a:ln w="12700">
            <a:solidFill>
              <a:srgbClr val="144065"/>
            </a:solidFill>
            <a:prstDash val="solid"/>
          </a:ln>
        </p:spPr>
      </p:sp>
      <p:sp>
        <p:nvSpPr>
          <p:cNvPr id="13" name="forme_12"/>
          <p:cNvSpPr/>
          <p:nvPr/>
        </p:nvSpPr>
        <p:spPr>
          <a:xfrm>
            <a:off x="258326" y="258326"/>
            <a:ext cx="195971" cy="195971"/>
          </a:xfrm>
          <a:prstGeom prst="rect">
            <a:avLst/>
          </a:prstGeom>
          <a:ln w="13362">
            <a:solidFill>
              <a:srgbClr val="C9A24A"/>
            </a:solidFill>
            <a:prstDash val="solid"/>
          </a:ln>
        </p:spPr>
      </p:sp>
      <p:sp>
        <p:nvSpPr>
          <p:cNvPr id="14" name="losange_13"/>
          <p:cNvSpPr/>
          <p:nvPr/>
        </p:nvSpPr>
        <p:spPr>
          <a:xfrm>
            <a:off x="385900" y="385911"/>
            <a:ext cx="133617" cy="133617"/>
          </a:xfrm>
          <a:prstGeom prst="diamond">
            <a:avLst/>
          </a:prstGeom>
          <a:solidFill>
            <a:srgbClr val="FBF8EE"/>
          </a:solidFill>
          <a:ln w="12700">
            <a:solidFill>
              <a:srgbClr val="FBF8EE"/>
            </a:solidFill>
            <a:prstDash val="solid"/>
          </a:ln>
        </p:spPr>
      </p:sp>
      <p:sp>
        <p:nvSpPr>
          <p:cNvPr id="15" name="forme_14"/>
          <p:cNvSpPr/>
          <p:nvPr/>
        </p:nvSpPr>
        <p:spPr>
          <a:xfrm>
            <a:off x="9762927" y="258326"/>
            <a:ext cx="668084" cy="668084"/>
          </a:xfrm>
          <a:prstGeom prst="rect">
            <a:avLst/>
          </a:prstGeom>
          <a:solidFill>
            <a:srgbClr val="144065"/>
          </a:solidFill>
          <a:ln w="12700">
            <a:solidFill>
              <a:srgbClr val="144065"/>
            </a:solidFill>
            <a:prstDash val="solid"/>
          </a:ln>
        </p:spPr>
      </p:sp>
      <p:sp>
        <p:nvSpPr>
          <p:cNvPr id="16" name="forme_15"/>
          <p:cNvSpPr/>
          <p:nvPr/>
        </p:nvSpPr>
        <p:spPr>
          <a:xfrm>
            <a:off x="9825281" y="258326"/>
            <a:ext cx="605729" cy="605729"/>
          </a:xfrm>
          <a:prstGeom prst="rect">
            <a:avLst/>
          </a:prstGeom>
          <a:ln w="17816">
            <a:solidFill>
              <a:srgbClr val="C9A24A"/>
            </a:solidFill>
            <a:prstDash val="solid"/>
          </a:ln>
        </p:spPr>
      </p:sp>
      <p:sp>
        <p:nvSpPr>
          <p:cNvPr id="17" name="forme_16"/>
          <p:cNvSpPr/>
          <p:nvPr/>
        </p:nvSpPr>
        <p:spPr>
          <a:xfrm>
            <a:off x="9914359" y="258326"/>
            <a:ext cx="516651" cy="516651"/>
          </a:xfrm>
          <a:prstGeom prst="rect">
            <a:avLst/>
          </a:prstGeom>
          <a:solidFill>
            <a:srgbClr val="FBF8EE"/>
          </a:solidFill>
          <a:ln w="12700">
            <a:solidFill>
              <a:srgbClr val="FBF8EE"/>
            </a:solidFill>
            <a:prstDash val="solid"/>
          </a:ln>
        </p:spPr>
      </p:sp>
      <p:sp>
        <p:nvSpPr>
          <p:cNvPr id="18" name="forme_17"/>
          <p:cNvSpPr/>
          <p:nvPr/>
        </p:nvSpPr>
        <p:spPr>
          <a:xfrm>
            <a:off x="9949990" y="258326"/>
            <a:ext cx="481020" cy="481020"/>
          </a:xfrm>
          <a:prstGeom prst="rect">
            <a:avLst/>
          </a:prstGeom>
          <a:ln w="13362">
            <a:solidFill>
              <a:srgbClr val="144065"/>
            </a:solidFill>
            <a:prstDash val="solid"/>
          </a:ln>
        </p:spPr>
      </p:sp>
      <p:sp>
        <p:nvSpPr>
          <p:cNvPr id="19" name="forme_18"/>
          <p:cNvSpPr/>
          <p:nvPr/>
        </p:nvSpPr>
        <p:spPr>
          <a:xfrm>
            <a:off x="10056884" y="258326"/>
            <a:ext cx="374127" cy="374127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20" name="forme_19"/>
          <p:cNvSpPr/>
          <p:nvPr/>
        </p:nvSpPr>
        <p:spPr>
          <a:xfrm>
            <a:off x="10119238" y="258326"/>
            <a:ext cx="311772" cy="311772"/>
          </a:xfrm>
          <a:prstGeom prst="rect">
            <a:avLst/>
          </a:prstGeom>
          <a:solidFill>
            <a:srgbClr val="144065"/>
          </a:solidFill>
          <a:ln w="12700">
            <a:solidFill>
              <a:srgbClr val="144065"/>
            </a:solidFill>
            <a:prstDash val="solid"/>
          </a:ln>
        </p:spPr>
      </p:sp>
      <p:sp>
        <p:nvSpPr>
          <p:cNvPr id="21" name="forme_20"/>
          <p:cNvSpPr/>
          <p:nvPr/>
        </p:nvSpPr>
        <p:spPr>
          <a:xfrm>
            <a:off x="10235039" y="258326"/>
            <a:ext cx="195971" cy="195971"/>
          </a:xfrm>
          <a:prstGeom prst="rect">
            <a:avLst/>
          </a:prstGeom>
          <a:ln w="13362">
            <a:solidFill>
              <a:srgbClr val="C9A24A"/>
            </a:solidFill>
            <a:prstDash val="solid"/>
          </a:ln>
        </p:spPr>
      </p:sp>
      <p:sp>
        <p:nvSpPr>
          <p:cNvPr id="22" name="losange_21"/>
          <p:cNvSpPr/>
          <p:nvPr/>
        </p:nvSpPr>
        <p:spPr>
          <a:xfrm>
            <a:off x="10169812" y="385907"/>
            <a:ext cx="133617" cy="133617"/>
          </a:xfrm>
          <a:prstGeom prst="diamond">
            <a:avLst/>
          </a:prstGeom>
          <a:solidFill>
            <a:srgbClr val="FBF8EE"/>
          </a:solidFill>
          <a:ln w="12700">
            <a:solidFill>
              <a:srgbClr val="FBF8EE"/>
            </a:solidFill>
            <a:prstDash val="solid"/>
          </a:ln>
        </p:spPr>
      </p:sp>
      <p:sp>
        <p:nvSpPr>
          <p:cNvPr id="23" name="forme_22"/>
          <p:cNvSpPr/>
          <p:nvPr/>
        </p:nvSpPr>
        <p:spPr>
          <a:xfrm>
            <a:off x="258326" y="6649658"/>
            <a:ext cx="668084" cy="668084"/>
          </a:xfrm>
          <a:prstGeom prst="rect">
            <a:avLst/>
          </a:prstGeom>
          <a:solidFill>
            <a:srgbClr val="144065"/>
          </a:solidFill>
          <a:ln w="12700">
            <a:solidFill>
              <a:srgbClr val="144065"/>
            </a:solidFill>
            <a:prstDash val="solid"/>
          </a:ln>
        </p:spPr>
      </p:sp>
      <p:sp>
        <p:nvSpPr>
          <p:cNvPr id="24" name="forme_23"/>
          <p:cNvSpPr/>
          <p:nvPr/>
        </p:nvSpPr>
        <p:spPr>
          <a:xfrm>
            <a:off x="258326" y="6712012"/>
            <a:ext cx="605729" cy="605729"/>
          </a:xfrm>
          <a:prstGeom prst="rect">
            <a:avLst/>
          </a:prstGeom>
          <a:ln w="17816">
            <a:solidFill>
              <a:srgbClr val="C9A24A"/>
            </a:solidFill>
            <a:prstDash val="solid"/>
          </a:ln>
        </p:spPr>
      </p:sp>
      <p:sp>
        <p:nvSpPr>
          <p:cNvPr id="25" name="forme_24"/>
          <p:cNvSpPr/>
          <p:nvPr/>
        </p:nvSpPr>
        <p:spPr>
          <a:xfrm>
            <a:off x="258326" y="6801090"/>
            <a:ext cx="516651" cy="516651"/>
          </a:xfrm>
          <a:prstGeom prst="rect">
            <a:avLst/>
          </a:prstGeom>
          <a:solidFill>
            <a:srgbClr val="FBF8EE"/>
          </a:solidFill>
          <a:ln w="12700">
            <a:solidFill>
              <a:srgbClr val="FBF8EE"/>
            </a:solidFill>
            <a:prstDash val="solid"/>
          </a:ln>
        </p:spPr>
      </p:sp>
      <p:sp>
        <p:nvSpPr>
          <p:cNvPr id="26" name="forme_25"/>
          <p:cNvSpPr/>
          <p:nvPr/>
        </p:nvSpPr>
        <p:spPr>
          <a:xfrm>
            <a:off x="258326" y="6836721"/>
            <a:ext cx="481020" cy="481020"/>
          </a:xfrm>
          <a:prstGeom prst="rect">
            <a:avLst/>
          </a:prstGeom>
          <a:ln w="13362">
            <a:solidFill>
              <a:srgbClr val="144065"/>
            </a:solidFill>
            <a:prstDash val="solid"/>
          </a:ln>
        </p:spPr>
      </p:sp>
      <p:sp>
        <p:nvSpPr>
          <p:cNvPr id="27" name="forme_26"/>
          <p:cNvSpPr/>
          <p:nvPr/>
        </p:nvSpPr>
        <p:spPr>
          <a:xfrm>
            <a:off x="258326" y="6943615"/>
            <a:ext cx="374127" cy="374127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28" name="forme_27"/>
          <p:cNvSpPr/>
          <p:nvPr/>
        </p:nvSpPr>
        <p:spPr>
          <a:xfrm>
            <a:off x="258326" y="7005969"/>
            <a:ext cx="311772" cy="311772"/>
          </a:xfrm>
          <a:prstGeom prst="rect">
            <a:avLst/>
          </a:prstGeom>
          <a:solidFill>
            <a:srgbClr val="144065"/>
          </a:solidFill>
          <a:ln w="12700">
            <a:solidFill>
              <a:srgbClr val="144065"/>
            </a:solidFill>
            <a:prstDash val="solid"/>
          </a:ln>
        </p:spPr>
      </p:sp>
      <p:sp>
        <p:nvSpPr>
          <p:cNvPr id="29" name="forme_28"/>
          <p:cNvSpPr/>
          <p:nvPr/>
        </p:nvSpPr>
        <p:spPr>
          <a:xfrm>
            <a:off x="258326" y="7121770"/>
            <a:ext cx="195971" cy="195971"/>
          </a:xfrm>
          <a:prstGeom prst="rect">
            <a:avLst/>
          </a:prstGeom>
          <a:ln w="13362">
            <a:solidFill>
              <a:srgbClr val="C9A24A"/>
            </a:solidFill>
            <a:prstDash val="solid"/>
          </a:ln>
        </p:spPr>
      </p:sp>
      <p:sp>
        <p:nvSpPr>
          <p:cNvPr id="30" name="losange_29"/>
          <p:cNvSpPr/>
          <p:nvPr/>
        </p:nvSpPr>
        <p:spPr>
          <a:xfrm>
            <a:off x="385907" y="7056543"/>
            <a:ext cx="133617" cy="133617"/>
          </a:xfrm>
          <a:prstGeom prst="diamond">
            <a:avLst/>
          </a:prstGeom>
          <a:solidFill>
            <a:srgbClr val="FBF8EE"/>
          </a:solidFill>
          <a:ln w="12700">
            <a:solidFill>
              <a:srgbClr val="FBF8EE"/>
            </a:solidFill>
            <a:prstDash val="solid"/>
          </a:ln>
        </p:spPr>
      </p:sp>
      <p:sp>
        <p:nvSpPr>
          <p:cNvPr id="31" name="forme_30"/>
          <p:cNvSpPr/>
          <p:nvPr/>
        </p:nvSpPr>
        <p:spPr>
          <a:xfrm>
            <a:off x="9762927" y="6649658"/>
            <a:ext cx="668084" cy="668084"/>
          </a:xfrm>
          <a:prstGeom prst="rect">
            <a:avLst/>
          </a:prstGeom>
          <a:solidFill>
            <a:srgbClr val="144065"/>
          </a:solidFill>
          <a:ln w="12700">
            <a:solidFill>
              <a:srgbClr val="144065"/>
            </a:solidFill>
            <a:prstDash val="solid"/>
          </a:ln>
        </p:spPr>
      </p:sp>
      <p:sp>
        <p:nvSpPr>
          <p:cNvPr id="32" name="forme_31"/>
          <p:cNvSpPr/>
          <p:nvPr/>
        </p:nvSpPr>
        <p:spPr>
          <a:xfrm>
            <a:off x="9825281" y="6712012"/>
            <a:ext cx="605729" cy="605729"/>
          </a:xfrm>
          <a:prstGeom prst="rect">
            <a:avLst/>
          </a:prstGeom>
          <a:ln w="17816">
            <a:solidFill>
              <a:srgbClr val="C9A24A"/>
            </a:solidFill>
            <a:prstDash val="solid"/>
          </a:ln>
        </p:spPr>
      </p:sp>
      <p:sp>
        <p:nvSpPr>
          <p:cNvPr id="33" name="forme_32"/>
          <p:cNvSpPr/>
          <p:nvPr/>
        </p:nvSpPr>
        <p:spPr>
          <a:xfrm>
            <a:off x="9914359" y="6801090"/>
            <a:ext cx="516651" cy="516651"/>
          </a:xfrm>
          <a:prstGeom prst="rect">
            <a:avLst/>
          </a:prstGeom>
          <a:solidFill>
            <a:srgbClr val="FBF8EE"/>
          </a:solidFill>
          <a:ln w="12700">
            <a:solidFill>
              <a:srgbClr val="FBF8EE"/>
            </a:solidFill>
            <a:prstDash val="solid"/>
          </a:ln>
        </p:spPr>
      </p:sp>
      <p:sp>
        <p:nvSpPr>
          <p:cNvPr id="34" name="forme_33"/>
          <p:cNvSpPr/>
          <p:nvPr/>
        </p:nvSpPr>
        <p:spPr>
          <a:xfrm>
            <a:off x="9949990" y="6836721"/>
            <a:ext cx="481020" cy="481020"/>
          </a:xfrm>
          <a:prstGeom prst="rect">
            <a:avLst/>
          </a:prstGeom>
          <a:ln w="13362">
            <a:solidFill>
              <a:srgbClr val="144065"/>
            </a:solidFill>
            <a:prstDash val="solid"/>
          </a:ln>
        </p:spPr>
      </p:sp>
      <p:sp>
        <p:nvSpPr>
          <p:cNvPr id="35" name="forme_34"/>
          <p:cNvSpPr/>
          <p:nvPr/>
        </p:nvSpPr>
        <p:spPr>
          <a:xfrm>
            <a:off x="10056884" y="6943615"/>
            <a:ext cx="374127" cy="374127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36" name="forme_35"/>
          <p:cNvSpPr/>
          <p:nvPr/>
        </p:nvSpPr>
        <p:spPr>
          <a:xfrm>
            <a:off x="10119238" y="7005969"/>
            <a:ext cx="311772" cy="311772"/>
          </a:xfrm>
          <a:prstGeom prst="rect">
            <a:avLst/>
          </a:prstGeom>
          <a:solidFill>
            <a:srgbClr val="144065"/>
          </a:solidFill>
          <a:ln w="12700">
            <a:solidFill>
              <a:srgbClr val="144065"/>
            </a:solidFill>
            <a:prstDash val="solid"/>
          </a:ln>
        </p:spPr>
      </p:sp>
      <p:sp>
        <p:nvSpPr>
          <p:cNvPr id="37" name="forme_36"/>
          <p:cNvSpPr/>
          <p:nvPr/>
        </p:nvSpPr>
        <p:spPr>
          <a:xfrm>
            <a:off x="10235039" y="7121770"/>
            <a:ext cx="195971" cy="195971"/>
          </a:xfrm>
          <a:prstGeom prst="rect">
            <a:avLst/>
          </a:prstGeom>
          <a:ln w="13362">
            <a:solidFill>
              <a:srgbClr val="C9A24A"/>
            </a:solidFill>
            <a:prstDash val="solid"/>
          </a:ln>
        </p:spPr>
      </p:sp>
      <p:sp>
        <p:nvSpPr>
          <p:cNvPr id="38" name="losange_37"/>
          <p:cNvSpPr/>
          <p:nvPr/>
        </p:nvSpPr>
        <p:spPr>
          <a:xfrm>
            <a:off x="10169812" y="7051730"/>
            <a:ext cx="133617" cy="133617"/>
          </a:xfrm>
          <a:prstGeom prst="diamond">
            <a:avLst/>
          </a:prstGeom>
          <a:solidFill>
            <a:srgbClr val="FBF8EE"/>
          </a:solidFill>
          <a:ln w="12700">
            <a:solidFill>
              <a:srgbClr val="FBF8EE"/>
            </a:solidFill>
            <a:prstDash val="solid"/>
          </a:ln>
        </p:spPr>
      </p:sp>
      <p:pic>
        <p:nvPicPr>
          <p:cNvPr id="39" name="Filigrane logo" descr="Filigrane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3991667" y="2137867"/>
            <a:ext cx="2616923" cy="3652190"/>
          </a:xfrm>
          <a:prstGeom prst="rect">
            <a:avLst/>
          </a:prstGeom>
        </p:spPr>
      </p:pic>
      <p:sp>
        <p:nvSpPr>
          <p:cNvPr id="40" name="Titre"/>
          <p:cNvSpPr txBox="1"/>
          <p:nvPr/>
        </p:nvSpPr>
        <p:spPr>
          <a:xfrm>
            <a:off x="1959712" y="798449"/>
            <a:ext cx="6680835" cy="31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406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CERTIFICAT </a:t>
            </a:r>
            <a:r>
              <a:rPr lang="en-US" sz="2000" b="1" dirty="0" smtClean="0">
                <a:solidFill>
                  <a:srgbClr val="14406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 FIN DE FORMATION</a:t>
            </a:r>
            <a:endParaRPr lang="en-US" sz="2000" dirty="0"/>
          </a:p>
        </p:txBody>
      </p:sp>
      <p:sp>
        <p:nvSpPr>
          <p:cNvPr id="41" name="Sous-titre"/>
          <p:cNvSpPr txBox="1"/>
          <p:nvPr/>
        </p:nvSpPr>
        <p:spPr>
          <a:xfrm>
            <a:off x="2627795" y="1188565"/>
            <a:ext cx="5344668" cy="144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910" dirty="0">
                <a:solidFill>
                  <a:srgbClr val="A881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CABINET-ACLOG • CENTRE DE FORMATION PROFESSIONNELLE</a:t>
            </a:r>
            <a:endParaRPr lang="en-US" sz="910" dirty="0"/>
          </a:p>
        </p:txBody>
      </p:sp>
      <p:sp>
        <p:nvSpPr>
          <p:cNvPr id="42" name="Identifiants"/>
          <p:cNvSpPr txBox="1"/>
          <p:nvPr/>
        </p:nvSpPr>
        <p:spPr>
          <a:xfrm>
            <a:off x="2182406" y="1358793"/>
            <a:ext cx="6235446" cy="155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980" dirty="0">
                <a:solidFill>
                  <a:srgbClr val="14406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RCCM: CG-BZV-01-2026-A10-01925 | SCIEN: 2173996 | SCIET: 2173996017 | NIU: P230000004669493</a:t>
            </a:r>
            <a:endParaRPr lang="en-US" sz="980" dirty="0"/>
          </a:p>
        </p:txBody>
      </p:sp>
      <p:sp>
        <p:nvSpPr>
          <p:cNvPr id="43" name="ligne_38"/>
          <p:cNvSpPr/>
          <p:nvPr/>
        </p:nvSpPr>
        <p:spPr>
          <a:xfrm>
            <a:off x="2984106" y="1781556"/>
            <a:ext cx="1915173" cy="0"/>
          </a:xfrm>
          <a:prstGeom prst="line">
            <a:avLst/>
          </a:prstGeom>
          <a:noFill/>
          <a:ln w="17816">
            <a:solidFill>
              <a:srgbClr val="C9A24A"/>
            </a:solidFill>
            <a:prstDash val="solid"/>
          </a:ln>
        </p:spPr>
      </p:sp>
      <p:sp>
        <p:nvSpPr>
          <p:cNvPr id="44" name="ligne_39"/>
          <p:cNvSpPr/>
          <p:nvPr/>
        </p:nvSpPr>
        <p:spPr>
          <a:xfrm>
            <a:off x="5700979" y="1781556"/>
            <a:ext cx="1915173" cy="0"/>
          </a:xfrm>
          <a:prstGeom prst="line">
            <a:avLst/>
          </a:prstGeom>
          <a:noFill/>
          <a:ln w="17816">
            <a:solidFill>
              <a:srgbClr val="C9A24A"/>
            </a:solidFill>
            <a:prstDash val="solid"/>
          </a:ln>
        </p:spPr>
      </p:sp>
      <p:sp>
        <p:nvSpPr>
          <p:cNvPr id="45" name="ligne_40"/>
          <p:cNvSpPr/>
          <p:nvPr/>
        </p:nvSpPr>
        <p:spPr>
          <a:xfrm>
            <a:off x="2984106" y="1821641"/>
            <a:ext cx="1781556" cy="0"/>
          </a:xfrm>
          <a:prstGeom prst="line">
            <a:avLst/>
          </a:prstGeom>
          <a:noFill/>
          <a:ln w="8908">
            <a:solidFill>
              <a:srgbClr val="144065"/>
            </a:solidFill>
            <a:prstDash val="solid"/>
          </a:ln>
        </p:spPr>
      </p:sp>
      <p:sp>
        <p:nvSpPr>
          <p:cNvPr id="46" name="ligne_41"/>
          <p:cNvSpPr/>
          <p:nvPr/>
        </p:nvSpPr>
        <p:spPr>
          <a:xfrm>
            <a:off x="5834596" y="1821641"/>
            <a:ext cx="1781556" cy="0"/>
          </a:xfrm>
          <a:prstGeom prst="line">
            <a:avLst/>
          </a:prstGeom>
          <a:noFill/>
          <a:ln w="8908">
            <a:solidFill>
              <a:srgbClr val="144065"/>
            </a:solidFill>
            <a:prstDash val="solid"/>
          </a:ln>
        </p:spPr>
      </p:sp>
      <p:sp>
        <p:nvSpPr>
          <p:cNvPr id="47" name="losange_42"/>
          <p:cNvSpPr/>
          <p:nvPr/>
        </p:nvSpPr>
        <p:spPr>
          <a:xfrm>
            <a:off x="5184328" y="1665755"/>
            <a:ext cx="231602" cy="231602"/>
          </a:xfrm>
          <a:prstGeom prst="diamond">
            <a:avLst/>
          </a:prstGeom>
          <a:solidFill>
            <a:srgbClr val="144065"/>
          </a:solidFill>
          <a:ln w="12700">
            <a:solidFill>
              <a:srgbClr val="144065"/>
            </a:solidFill>
            <a:prstDash val="solid"/>
          </a:ln>
        </p:spPr>
      </p:sp>
      <p:sp>
        <p:nvSpPr>
          <p:cNvPr id="48" name="losange_43"/>
          <p:cNvSpPr/>
          <p:nvPr/>
        </p:nvSpPr>
        <p:spPr>
          <a:xfrm>
            <a:off x="5237775" y="1719202"/>
            <a:ext cx="124709" cy="124709"/>
          </a:xfrm>
          <a:prstGeom prst="diamond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49" name="losange_44"/>
          <p:cNvSpPr/>
          <p:nvPr/>
        </p:nvSpPr>
        <p:spPr>
          <a:xfrm>
            <a:off x="2854943" y="1741471"/>
            <a:ext cx="80170" cy="80170"/>
          </a:xfrm>
          <a:prstGeom prst="diamond">
            <a:avLst/>
          </a:prstGeom>
          <a:solidFill>
            <a:srgbClr val="144065"/>
          </a:solidFill>
          <a:ln w="12700">
            <a:solidFill>
              <a:srgbClr val="144065"/>
            </a:solidFill>
            <a:prstDash val="solid"/>
          </a:ln>
        </p:spPr>
      </p:sp>
      <p:sp>
        <p:nvSpPr>
          <p:cNvPr id="50" name="losange_45"/>
          <p:cNvSpPr/>
          <p:nvPr/>
        </p:nvSpPr>
        <p:spPr>
          <a:xfrm>
            <a:off x="7665145" y="1741471"/>
            <a:ext cx="80170" cy="80170"/>
          </a:xfrm>
          <a:prstGeom prst="diamond">
            <a:avLst/>
          </a:prstGeom>
          <a:solidFill>
            <a:srgbClr val="144065"/>
          </a:solidFill>
          <a:ln w="12700">
            <a:solidFill>
              <a:srgbClr val="144065"/>
            </a:solidFill>
            <a:prstDash val="solid"/>
          </a:ln>
        </p:spPr>
      </p:sp>
      <p:sp>
        <p:nvSpPr>
          <p:cNvPr id="51" name="point_46"/>
          <p:cNvSpPr/>
          <p:nvPr/>
        </p:nvSpPr>
        <p:spPr>
          <a:xfrm>
            <a:off x="4997265" y="1745925"/>
            <a:ext cx="71262" cy="71262"/>
          </a:xfrm>
          <a:prstGeom prst="ellipse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52" name="point_47"/>
          <p:cNvSpPr/>
          <p:nvPr/>
        </p:nvSpPr>
        <p:spPr>
          <a:xfrm>
            <a:off x="5531731" y="1745925"/>
            <a:ext cx="71262" cy="71262"/>
          </a:xfrm>
          <a:prstGeom prst="ellipse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pic>
        <p:nvPicPr>
          <p:cNvPr id="53" name="Logo Académie des Logisticiens" descr="Logo Académie des Logisticie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699" y="730438"/>
            <a:ext cx="879702" cy="1146764"/>
          </a:xfrm>
          <a:prstGeom prst="rect">
            <a:avLst/>
          </a:prstGeom>
        </p:spPr>
      </p:pic>
      <p:sp>
        <p:nvSpPr>
          <p:cNvPr id="54" name="Cadre QR"/>
          <p:cNvSpPr/>
          <p:nvPr/>
        </p:nvSpPr>
        <p:spPr>
          <a:xfrm>
            <a:off x="1086749" y="730438"/>
            <a:ext cx="1077841" cy="1077841"/>
          </a:xfrm>
          <a:prstGeom prst="rect">
            <a:avLst/>
          </a:prstGeom>
          <a:solidFill>
            <a:srgbClr val="FBF8EE"/>
          </a:solidFill>
          <a:ln w="13362">
            <a:solidFill>
              <a:srgbClr val="C9A24A"/>
            </a:solidFill>
            <a:prstDash val="solid"/>
          </a:ln>
        </p:spPr>
      </p:sp>
      <p:pic>
        <p:nvPicPr>
          <p:cNvPr id="55" name="QR code" descr="QR code de vérific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472" y="757161"/>
            <a:ext cx="1024395" cy="1024395"/>
          </a:xfrm>
          <a:prstGeom prst="rect">
            <a:avLst/>
          </a:prstGeom>
        </p:spPr>
      </p:pic>
      <p:sp>
        <p:nvSpPr>
          <p:cNvPr id="56" name="texte_48"/>
          <p:cNvSpPr txBox="1"/>
          <p:nvPr/>
        </p:nvSpPr>
        <p:spPr>
          <a:xfrm>
            <a:off x="1959712" y="2214830"/>
            <a:ext cx="6680835" cy="267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680" dirty="0">
                <a:solidFill>
                  <a:srgbClr val="1C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 Directeur Général du Cabinet-ACLOG certifie que</a:t>
            </a:r>
            <a:endParaRPr lang="en-US" sz="1680" dirty="0"/>
          </a:p>
        </p:txBody>
      </p:sp>
      <p:sp>
        <p:nvSpPr>
          <p:cNvPr id="57" name="texte_49"/>
          <p:cNvSpPr txBox="1"/>
          <p:nvPr/>
        </p:nvSpPr>
        <p:spPr>
          <a:xfrm>
            <a:off x="1870634" y="2874986"/>
            <a:ext cx="1068934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rgbClr val="1C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M. / Mme:</a:t>
            </a:r>
            <a:endParaRPr lang="en-US" sz="1750" dirty="0"/>
          </a:p>
        </p:txBody>
      </p:sp>
      <p:sp>
        <p:nvSpPr>
          <p:cNvPr id="58" name="ligne_50"/>
          <p:cNvSpPr/>
          <p:nvPr/>
        </p:nvSpPr>
        <p:spPr>
          <a:xfrm>
            <a:off x="2939567" y="3064276"/>
            <a:ext cx="5812326" cy="0"/>
          </a:xfrm>
          <a:prstGeom prst="line">
            <a:avLst/>
          </a:prstGeom>
          <a:noFill/>
          <a:ln w="11135">
            <a:solidFill>
              <a:srgbClr val="1C2430"/>
            </a:solidFill>
            <a:prstDash val="sysDot"/>
          </a:ln>
        </p:spPr>
      </p:sp>
      <p:sp>
        <p:nvSpPr>
          <p:cNvPr id="59" name="texte_51"/>
          <p:cNvSpPr txBox="1"/>
          <p:nvPr/>
        </p:nvSpPr>
        <p:spPr>
          <a:xfrm>
            <a:off x="1870634" y="3231297"/>
            <a:ext cx="957586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rgbClr val="1C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Né(e) le:</a:t>
            </a:r>
            <a:endParaRPr lang="en-US" sz="1750" dirty="0"/>
          </a:p>
        </p:txBody>
      </p:sp>
      <p:sp>
        <p:nvSpPr>
          <p:cNvPr id="60" name="ligne_52"/>
          <p:cNvSpPr/>
          <p:nvPr/>
        </p:nvSpPr>
        <p:spPr>
          <a:xfrm>
            <a:off x="2850490" y="3420588"/>
            <a:ext cx="2093328" cy="0"/>
          </a:xfrm>
          <a:prstGeom prst="line">
            <a:avLst/>
          </a:prstGeom>
          <a:noFill/>
          <a:ln w="11135">
            <a:solidFill>
              <a:srgbClr val="1C2430"/>
            </a:solidFill>
            <a:prstDash val="sysDot"/>
          </a:ln>
        </p:spPr>
      </p:sp>
      <p:sp>
        <p:nvSpPr>
          <p:cNvPr id="61" name="texte_53"/>
          <p:cNvSpPr txBox="1"/>
          <p:nvPr/>
        </p:nvSpPr>
        <p:spPr>
          <a:xfrm>
            <a:off x="5055165" y="3231297"/>
            <a:ext cx="222695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rgbClr val="1C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à</a:t>
            </a:r>
            <a:endParaRPr lang="en-US" sz="1750" dirty="0"/>
          </a:p>
        </p:txBody>
      </p:sp>
      <p:sp>
        <p:nvSpPr>
          <p:cNvPr id="62" name="ligne_54"/>
          <p:cNvSpPr/>
          <p:nvPr/>
        </p:nvSpPr>
        <p:spPr>
          <a:xfrm>
            <a:off x="5322399" y="3420588"/>
            <a:ext cx="3429495" cy="0"/>
          </a:xfrm>
          <a:prstGeom prst="line">
            <a:avLst/>
          </a:prstGeom>
          <a:noFill/>
          <a:ln w="11135">
            <a:solidFill>
              <a:srgbClr val="1C2430"/>
            </a:solidFill>
            <a:prstDash val="sysDot"/>
          </a:ln>
        </p:spPr>
      </p:sp>
      <p:sp>
        <p:nvSpPr>
          <p:cNvPr id="63" name="ligne_55"/>
          <p:cNvSpPr/>
          <p:nvPr/>
        </p:nvSpPr>
        <p:spPr>
          <a:xfrm>
            <a:off x="3607651" y="3616559"/>
            <a:ext cx="3634374" cy="0"/>
          </a:xfrm>
          <a:prstGeom prst="line">
            <a:avLst/>
          </a:prstGeom>
          <a:noFill/>
          <a:ln w="13362">
            <a:solidFill>
              <a:srgbClr val="144065"/>
            </a:solidFill>
            <a:prstDash val="solid"/>
          </a:ln>
        </p:spPr>
      </p:sp>
      <p:sp>
        <p:nvSpPr>
          <p:cNvPr id="64" name="texte_56"/>
          <p:cNvSpPr txBox="1"/>
          <p:nvPr/>
        </p:nvSpPr>
        <p:spPr>
          <a:xfrm>
            <a:off x="1514323" y="3929578"/>
            <a:ext cx="7571613" cy="267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680" dirty="0">
                <a:solidFill>
                  <a:srgbClr val="1C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suivi avec succès le programme de formation professionnelle sur:</a:t>
            </a:r>
            <a:endParaRPr lang="en-US" sz="1680" dirty="0"/>
          </a:p>
        </p:txBody>
      </p:sp>
      <p:sp>
        <p:nvSpPr>
          <p:cNvPr id="65" name="ligne_57"/>
          <p:cNvSpPr/>
          <p:nvPr/>
        </p:nvSpPr>
        <p:spPr>
          <a:xfrm>
            <a:off x="2177952" y="4467252"/>
            <a:ext cx="6373517" cy="0"/>
          </a:xfrm>
          <a:prstGeom prst="line">
            <a:avLst/>
          </a:prstGeom>
          <a:noFill/>
          <a:ln w="11135">
            <a:solidFill>
              <a:srgbClr val="1C2430"/>
            </a:solidFill>
            <a:prstDash val="sysDot"/>
          </a:ln>
        </p:spPr>
      </p:sp>
      <p:sp>
        <p:nvSpPr>
          <p:cNvPr id="66" name="texte_58"/>
          <p:cNvSpPr txBox="1"/>
          <p:nvPr/>
        </p:nvSpPr>
        <p:spPr>
          <a:xfrm>
            <a:off x="2627795" y="4626345"/>
            <a:ext cx="5344668" cy="289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1820" dirty="0">
                <a:solidFill>
                  <a:srgbClr val="1C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 </a:t>
            </a:r>
            <a:r>
              <a:rPr lang="en-US" sz="900" dirty="0" smtClean="0">
                <a:solidFill>
                  <a:srgbClr val="1C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...............</a:t>
            </a:r>
            <a:r>
              <a:rPr lang="en-US" sz="1820" dirty="0" smtClean="0">
                <a:solidFill>
                  <a:srgbClr val="1C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</a:t>
            </a:r>
            <a:r>
              <a:rPr lang="en-US" sz="900" dirty="0" smtClean="0">
                <a:solidFill>
                  <a:srgbClr val="1C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...............</a:t>
            </a:r>
            <a:r>
              <a:rPr lang="en-US" sz="1820" dirty="0" smtClean="0">
                <a:solidFill>
                  <a:srgbClr val="1C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820" dirty="0">
                <a:solidFill>
                  <a:srgbClr val="1C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 </a:t>
            </a:r>
            <a:r>
              <a:rPr lang="en-US" sz="900" dirty="0" smtClean="0">
                <a:solidFill>
                  <a:srgbClr val="1C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…............</a:t>
            </a:r>
            <a:r>
              <a:rPr lang="en-US" sz="1820" dirty="0" smtClean="0">
                <a:solidFill>
                  <a:srgbClr val="1C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</a:t>
            </a:r>
            <a:r>
              <a:rPr lang="en-US" sz="900" dirty="0" smtClean="0">
                <a:solidFill>
                  <a:srgbClr val="1C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…............</a:t>
            </a:r>
            <a:r>
              <a:rPr lang="en-US" sz="1820" dirty="0" smtClean="0">
                <a:solidFill>
                  <a:srgbClr val="1C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</a:t>
            </a:r>
            <a:r>
              <a:rPr lang="en-US" sz="1820" dirty="0">
                <a:solidFill>
                  <a:srgbClr val="1C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</a:t>
            </a:r>
            <a:endParaRPr lang="en-US" sz="1820" dirty="0"/>
          </a:p>
        </p:txBody>
      </p:sp>
      <p:sp>
        <p:nvSpPr>
          <p:cNvPr id="67" name="texte_59"/>
          <p:cNvSpPr txBox="1"/>
          <p:nvPr/>
        </p:nvSpPr>
        <p:spPr>
          <a:xfrm>
            <a:off x="6680835" y="5344490"/>
            <a:ext cx="2895028" cy="200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60" dirty="0">
                <a:solidFill>
                  <a:srgbClr val="1C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Fait à Brazzaville, le ........................</a:t>
            </a:r>
            <a:endParaRPr lang="en-US" sz="1260" dirty="0"/>
          </a:p>
        </p:txBody>
      </p:sp>
      <p:sp>
        <p:nvSpPr>
          <p:cNvPr id="68" name="texte_60"/>
          <p:cNvSpPr txBox="1"/>
          <p:nvPr/>
        </p:nvSpPr>
        <p:spPr>
          <a:xfrm>
            <a:off x="7518448" y="5735822"/>
            <a:ext cx="2316023" cy="222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406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Directeur Général</a:t>
            </a:r>
            <a:endParaRPr lang="en-US" sz="1400" dirty="0"/>
          </a:p>
        </p:txBody>
      </p:sp>
      <p:sp>
        <p:nvSpPr>
          <p:cNvPr id="70" name="ligne_61"/>
          <p:cNvSpPr/>
          <p:nvPr/>
        </p:nvSpPr>
        <p:spPr>
          <a:xfrm>
            <a:off x="7828213" y="6522942"/>
            <a:ext cx="1826095" cy="0"/>
          </a:xfrm>
          <a:prstGeom prst="line">
            <a:avLst/>
          </a:prstGeom>
          <a:noFill/>
          <a:ln w="13362">
            <a:solidFill>
              <a:srgbClr val="144065"/>
            </a:solidFill>
            <a:prstDash val="solid"/>
          </a:ln>
        </p:spPr>
      </p:sp>
      <p:sp>
        <p:nvSpPr>
          <p:cNvPr id="71" name="texte_62"/>
          <p:cNvSpPr txBox="1"/>
          <p:nvPr/>
        </p:nvSpPr>
        <p:spPr>
          <a:xfrm>
            <a:off x="7571613" y="6617974"/>
            <a:ext cx="2316023" cy="222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406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Didi-Chance AMBIA</a:t>
            </a:r>
            <a:endParaRPr lang="en-US" sz="1400" dirty="0"/>
          </a:p>
        </p:txBody>
      </p:sp>
      <p:sp>
        <p:nvSpPr>
          <p:cNvPr id="72" name="texte_63"/>
          <p:cNvSpPr txBox="1"/>
          <p:nvPr/>
        </p:nvSpPr>
        <p:spPr>
          <a:xfrm>
            <a:off x="7482535" y="6901571"/>
            <a:ext cx="2494178" cy="13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80" i="1" dirty="0">
                <a:solidFill>
                  <a:srgbClr val="A881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Expert en Gestion Logistique et Transport</a:t>
            </a:r>
            <a:endParaRPr lang="en-US" sz="880" dirty="0"/>
          </a:p>
        </p:txBody>
      </p:sp>
      <p:sp>
        <p:nvSpPr>
          <p:cNvPr id="73" name="ligne_64"/>
          <p:cNvSpPr/>
          <p:nvPr/>
        </p:nvSpPr>
        <p:spPr>
          <a:xfrm>
            <a:off x="948784" y="6377970"/>
            <a:ext cx="1647939" cy="0"/>
          </a:xfrm>
          <a:prstGeom prst="line">
            <a:avLst/>
          </a:prstGeom>
          <a:noFill/>
          <a:ln w="13362">
            <a:solidFill>
              <a:srgbClr val="144065"/>
            </a:solidFill>
            <a:prstDash val="solid"/>
          </a:ln>
        </p:spPr>
      </p:sp>
      <p:sp>
        <p:nvSpPr>
          <p:cNvPr id="74" name="texte_65"/>
          <p:cNvSpPr txBox="1"/>
          <p:nvPr/>
        </p:nvSpPr>
        <p:spPr>
          <a:xfrm>
            <a:off x="1370901" y="6432219"/>
            <a:ext cx="946997" cy="20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30" dirty="0">
                <a:solidFill>
                  <a:srgbClr val="1C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Etudiant (e)</a:t>
            </a:r>
            <a:endParaRPr lang="en-US" sz="1330" dirty="0"/>
          </a:p>
        </p:txBody>
      </p:sp>
      <p:sp>
        <p:nvSpPr>
          <p:cNvPr id="75" name="texte_66"/>
          <p:cNvSpPr txBox="1"/>
          <p:nvPr/>
        </p:nvSpPr>
        <p:spPr>
          <a:xfrm>
            <a:off x="998759" y="6879797"/>
            <a:ext cx="4231196" cy="200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60" dirty="0">
                <a:solidFill>
                  <a:srgbClr val="1C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N° d'enregistrement : </a:t>
            </a:r>
            <a:r>
              <a:rPr lang="en-US" sz="1260" dirty="0" smtClean="0">
                <a:solidFill>
                  <a:srgbClr val="1C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CFF-2026-ACLOG-0001CG</a:t>
            </a:r>
            <a:endParaRPr lang="en-US" sz="12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87</Words>
  <Application>Microsoft Office PowerPoint</Application>
  <PresentationFormat>Personnalisé</PresentationFormat>
  <Paragraphs>16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 d'aptitude professionnelle - Cabinet-ACLOG</dc:title>
  <dc:subject>PptxGenJS Presentation</dc:subject>
  <dc:creator>Cabinet-ACLOG</dc:creator>
  <cp:lastModifiedBy>DELL Latitude</cp:lastModifiedBy>
  <cp:revision>8</cp:revision>
  <dcterms:created xsi:type="dcterms:W3CDTF">2026-10-08T14:17:31Z</dcterms:created>
  <dcterms:modified xsi:type="dcterms:W3CDTF">2026-10-08T17:01:28Z</dcterms:modified>
</cp:coreProperties>
</file>